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9" r:id="rId2"/>
    <p:sldId id="260" r:id="rId3"/>
    <p:sldId id="261" r:id="rId4"/>
    <p:sldId id="262" r:id="rId5"/>
    <p:sldId id="256" r:id="rId6"/>
    <p:sldId id="264" r:id="rId7"/>
    <p:sldId id="265" r:id="rId8"/>
    <p:sldId id="263" r:id="rId9"/>
    <p:sldId id="266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37" autoAdjust="0"/>
  </p:normalViewPr>
  <p:slideViewPr>
    <p:cSldViewPr snapToGrid="0" snapToObjects="1">
      <p:cViewPr varScale="1">
        <p:scale>
          <a:sx n="90" d="100"/>
          <a:sy n="90" d="100"/>
        </p:scale>
        <p:origin x="11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CEAD6-8E41-4C0D-B49F-A53A5BA2054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0C791-EE6E-485F-A137-41960E5F3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01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0C791-EE6E-485F-A137-41960E5F37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37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0C791-EE6E-485F-A137-41960E5F37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6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381061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737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84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49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89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66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79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9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07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78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43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97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91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481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13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6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11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31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ran.r-project.org/web/packages/mall/mall.pd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0D11-50C2-4F29-AB45-3EB06305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8057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Harnessing R Packages for Modern 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C27F-F12D-C8D5-6FD0-1B0CF2CB1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10467"/>
            <a:ext cx="8229600" cy="2641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Henry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Sanmi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Makinde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PhD Candidate 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North Carolina Greensboro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Founder DoctorAI Academy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0B180-ACA5-98A8-A810-1BB6041A1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728" y="6400800"/>
            <a:ext cx="932529" cy="33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020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F594-812C-5CEB-0C1E-3E6DAB7FC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4EB90-82DC-C7BF-2A14-706662AC0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063579"/>
            <a:ext cx="7704667" cy="370740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(LLM)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packages for LLM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packages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EAE63D-A426-9481-03D7-05AB07177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728" y="6400800"/>
            <a:ext cx="932529" cy="33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924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B812C-6675-4013-1991-B2D4EA33F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753535"/>
            <a:ext cx="7704667" cy="736599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2ED3A-E511-297E-933F-392C121FE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533" y="1984404"/>
            <a:ext cx="7704667" cy="32342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especially Large Language Models (LLMs) is rapidly reshaping how we analyze data, write code, and build tools in R.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workshop introduces you to powerful tools through hands-on exercises designed to show how AI can work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you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inside R, not outside it.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63A662-1F63-674E-E8F3-BB8B0F934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728" y="6400800"/>
            <a:ext cx="932529" cy="33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861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4AA0E-209B-53B9-F33F-F2F369F47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4" y="457201"/>
            <a:ext cx="7179734" cy="1396999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1A09C-DC05-8839-C828-02FE99C95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532467"/>
            <a:ext cx="7704667" cy="4467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end of this workshop, participants will be able to: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what LLMs can do inside R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R packages designed for AI workflows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small, functional AI-powered tools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AI to real data science workflows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2177CE-3161-6000-6988-B7D69CE3E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728" y="6400800"/>
            <a:ext cx="932529" cy="33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888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packages for LLM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6866" y="2388611"/>
            <a:ext cx="2650067" cy="434881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ellmer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gander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mall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Shinychat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FCFB733-A57E-4B8C-284D-490BF4241A15}"/>
              </a:ext>
            </a:extLst>
          </p:cNvPr>
          <p:cNvSpPr txBox="1">
            <a:spLocks/>
          </p:cNvSpPr>
          <p:nvPr/>
        </p:nvSpPr>
        <p:spPr>
          <a:xfrm>
            <a:off x="4758267" y="2076544"/>
            <a:ext cx="2650067" cy="43488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mcptools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ragnar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kuzco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buggy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chores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A69FA8-1754-B3E7-90ED-5BD2CD56D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728" y="6400800"/>
            <a:ext cx="932529" cy="3366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237C7-1369-CCA2-6E3B-23121A1FA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594192"/>
            <a:ext cx="7704667" cy="5669616"/>
          </a:xfrm>
        </p:spPr>
        <p:txBody>
          <a:bodyPr>
            <a:normAutofit/>
          </a:bodyPr>
          <a:lstStyle/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ellmer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Lets you chat with LLMs (like GPT or Claude) directly from R for text generation, coding help, and analysis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gander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An AI assistant inside RStudio that reads your code context and helps refactor, explain, or fix it.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Sends R objects (like data frames) as context to LLMs so they can analyze or summarize them.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Performs row-wise NLP tasks (like sentiment or classification) across data frame text columns.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nlptask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shinychat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Adds an interactive AI-powered chatbot panel into Shiny applications.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399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1518B-4B6F-CD90-74C5-2B7A95541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931332"/>
            <a:ext cx="7848600" cy="5068483"/>
          </a:xfrm>
        </p:spPr>
        <p:txBody>
          <a:bodyPr>
            <a:normAutofit/>
          </a:bodyPr>
          <a:lstStyle/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kuzco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AI-based computer vision capabilities such as describing or analyzing images.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vitals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Uses AI to evaluate model predictions, performance, and classification outputs.</a:t>
            </a:r>
          </a:p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ragnar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Retrieval-Augmented Generation (RAG) in R by letting LLMs answer questions using your documents.</a:t>
            </a:r>
          </a:p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mcptools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mcptools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connects R to AI tools using the Model Context Protocol, it lets AI tools talk to R sessions, and lets R talk to external tools like GitHub or Google Drive.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chores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Automatically writes documentation, tests, and code improvements using AI. (Mostly used by R developers and package authors)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buggy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bugs and errors in R code using AI-powered debugging.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Generates unit tests automatically for your R functions using AI.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408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0AC7-3496-14C8-BE4E-6940A9D46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1121-1933-A383-3B8B-611A02AC9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packages for LLM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03A37-3CB6-DDFF-26BF-7ABC23BEB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33" y="2113615"/>
            <a:ext cx="7323667" cy="4287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API?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(Application Programming Interface) is a structured way for your R code to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talk to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external service.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use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ellmer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other LLM packages, your R session sends: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request (your prompt)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 AI model provider (e.g., OpenAI, Anthropic)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receives a response (text, JSON, structured output)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allow R to use powerful cloud-based models without installing them locally.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460F24-FA01-B22C-06BD-82B1EB324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728" y="6400800"/>
            <a:ext cx="932529" cy="33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823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0B4A9-18C7-7AAC-1BA8-034285BB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1F29F-61E9-B9FD-8C48-941EA5882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091267"/>
            <a:ext cx="7704667" cy="39085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packages in R typically allow you to choose from different types of models: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models – conversation-style (GPT-4, Claude, Gemini)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models – long-form generation or summarization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models – convert text into numeric vectors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models – describe images (for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kuzco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Function/tool calling models – execute structured tasks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 has different strengths (reasoning, speed, cost, multimodal handling).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781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D2D6-260E-1D25-11A2-AE90E7BA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736599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Providers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9F71F-B96F-B6BB-BA93-E6BC5A15E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439333"/>
            <a:ext cx="7704667" cy="45604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packages interact with major AI companies offering LLMs: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OpenAI: GPT-4, GPT-4o, GPT-3.5, Embeddings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Anthropic: Claude 3/Opus/Sonnet/Haiku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(Gemini): Gemini 1.5/1.0 models, Vision models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Mistral AI: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Mixtral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Codestral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Cohere: Command R family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models via APIs: Llama-3, Qwen, Mistral (served on providers like Fireworks, Replicate, Groq)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 packages let you switch providers by changing a single parameter or environment variable.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311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5CFC3-0396-FF4C-6AFC-A7453F8FC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599" y="1540933"/>
            <a:ext cx="7704667" cy="33328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Questions??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Jump into some hands on and Use cases</a:t>
            </a:r>
          </a:p>
        </p:txBody>
      </p:sp>
    </p:spTree>
    <p:extLst>
      <p:ext uri="{BB962C8B-B14F-4D97-AF65-F5344CB8AC3E}">
        <p14:creationId xmlns:p14="http://schemas.microsoft.com/office/powerpoint/2010/main" val="28851733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1042</TotalTime>
  <Words>642</Words>
  <Application>Microsoft Office PowerPoint</Application>
  <PresentationFormat>On-screen Show (4:3)</PresentationFormat>
  <Paragraphs>90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Corbel</vt:lpstr>
      <vt:lpstr>Times New Roman</vt:lpstr>
      <vt:lpstr>Parallax</vt:lpstr>
      <vt:lpstr>Harnessing R Packages for Modern Artificial Intelligence</vt:lpstr>
      <vt:lpstr>Agenda</vt:lpstr>
      <vt:lpstr>Introduction</vt:lpstr>
      <vt:lpstr>Learning Objective</vt:lpstr>
      <vt:lpstr>R packages for LLM</vt:lpstr>
      <vt:lpstr>PowerPoint Presentation</vt:lpstr>
      <vt:lpstr>PowerPoint Presentation</vt:lpstr>
      <vt:lpstr>R packages for LLM API Integration</vt:lpstr>
      <vt:lpstr>Models</vt:lpstr>
      <vt:lpstr>Model Providers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Harnessing R Packages for Modern Artificial Intelligence</dc:title>
  <dc:subject/>
  <dc:creator>GBGAnalyst</dc:creator>
  <cp:keywords/>
  <dc:description>generated using python-pptx</dc:description>
  <cp:lastModifiedBy>GBGAnalyst</cp:lastModifiedBy>
  <cp:revision>10</cp:revision>
  <dcterms:created xsi:type="dcterms:W3CDTF">2013-01-27T09:14:16Z</dcterms:created>
  <dcterms:modified xsi:type="dcterms:W3CDTF">2025-11-17T14:03:30Z</dcterms:modified>
  <cp:category/>
</cp:coreProperties>
</file>